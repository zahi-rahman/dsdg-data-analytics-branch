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entry-level Data Analyst postings</c:v>
                </c:pt>
              </c:strCache>
            </c:strRef>
          </c:tx>
          <c:spPr>
            <a:solidFill>
              <a:srgbClr val="D97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SQL</c:v>
                  </c:pt>
                  <c:pt idx="1">
                    <c:v>Excel / Sheets</c:v>
                  </c:pt>
                  <c:pt idx="2">
                    <c:v>A BI tool</c:v>
                  </c:pt>
                  <c:pt idx="3">
                    <c:v>Python</c:v>
                  </c:pt>
                  <c:pt idx="4">
                    <c:v>Communication
(named explicitly)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70</c:v>
                </c:pt>
                <c:pt idx="2">
                  <c:v>40</c:v>
                </c:pt>
                <c:pt idx="3">
                  <c:v>38</c:v>
                </c:pt>
                <c:pt idx="4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Foundations, Careers,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Your First Commit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 — Week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2103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Analytics is, and how it's different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3063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paths, backed by real hiring data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4023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quickstart — five commands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4983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your first commit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roles, one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8346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question with data that already exists.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606040" cy="28346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8346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predictive models on messier, larger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606040" cy="28346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pipelines that make data usable.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920240"/>
            <a:ext cx="2606040" cy="283464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148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72600" y="28346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analysis into a recommendation for a client.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need the same foundation: SQL, statistics, and clear communication. That foundation is this branch.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branch leads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46120" y="22860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C3F60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068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52160" y="22860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D97E3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Branch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(selective)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458200" y="228600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1C3F60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capstone is the most direct path to Consulting.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shows up in most entry-level postings. Excel too. Python's a fast-growing plus. Communication gets named almost as often as any tool.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entry-level postings ask for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10881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averages across current job-market analyses.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QUICKSTART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commands, used almost every week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and deck lives in one versioned place. And by the time this matters for an internship, it's already a habit.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ever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6517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97480" y="265176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6517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6517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change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6517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2280" y="265176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6517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with a note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0" y="2651760"/>
            <a:ext cx="274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69680" y="265176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1C3F60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26517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reference: github-quickstart-cheatsheet.md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commit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34440" y="208483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this repo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7249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name + a topic you'd love to analyze to welcome-wall.md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4440" y="33649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commit → push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34440" y="40050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pull up the commit history together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881360" cy="18288"/>
          </a:xfrm>
          <a:prstGeom prst="rect">
            <a:avLst/>
          </a:prstGeom>
          <a:solidFill>
            <a:srgbClr val="5B8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real Excel work, on a dataset most people find one genuinely surprising thing 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2026-08-05T16:22:53Z</dcterms:created>
  <dcterms:modified xsi:type="dcterms:W3CDTF">2026-08-05T16:22:53Z</dcterms:modified>
</cp:coreProperties>
</file>