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BRANCH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Excel as a Real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Tool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 — Week 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280160" cy="45720"/>
          </a:xfrm>
          <a:prstGeom prst="rect">
            <a:avLst/>
          </a:prstGeom>
          <a:solidFill>
            <a:srgbClr val="D97E3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recent-grads.csv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for 173 college majors — pulled from an actual national survey, not a tutorial dataset.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283464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291840" y="37947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283464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943600" y="37947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categories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595360" y="37947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debatable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inside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 you'll have an opinion, backed by a number, about something in here.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TRUST A NUMBER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data dictionary first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Sample_size ranges from 2 to 4,212 across these 173 rows.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10881360" cy="2377440"/>
          </a:xfrm>
          <a:prstGeom prst="roundRect">
            <a:avLst>
              <a:gd name="adj" fmla="val 2308"/>
            </a:avLst>
          </a:prstGeom>
          <a:solidFill>
            <a:srgbClr val="F4F1E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108960"/>
            <a:ext cx="10149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of 173 majors have a sample under 30 — the standard cutoff for trusting a summary statistic. One is based on a sample of 2.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10149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major's salary figure and its reliability are two different questions. A real dataset makes you decide how much to trust it — a cleaned classroom dataset never asks.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EXCEL MOVES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skill, in service of a question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2039112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filter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06240" y="2039112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majors have the highest unemployment rate — and do you still trust that ranking once you check Sample_size?”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3273552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calculated column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06240" y="3273552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many graduates end up in a job outside their field?” — build Underemployment_rate from scratch.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4507992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06240" y="4507992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Major_category has the best median salary and the best employment rate?”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column that didn't exist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1B3A3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03120"/>
            <a:ext cx="10149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Underemployment_rate = (Non_college_jobs + Low_wage_jobs) / Employed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just built a column that didn't exist. That's most of what an analyst actually does — raw columns rarely answer the real question by themselves.”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WORTH ARGUING ABOUT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ShareWomen vs. Median salary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E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=CORREL(ShareWomen, Median)  ≈  −0.62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meaningfully negative correlation. Sit with it for a minute before explaining it away.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37560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F4F1E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5661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three different explanations for this pattern that don't all reduce to “discrimination” or “coincidence.”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4206240"/>
            <a:ext cx="10149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a conclusion — it's the instinct to ask “what else could explain this” before repeating a correlation as if it were a cause.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EXPLORATION — 25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one relationship you didn't expect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8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...using at least one column you had to build yourself.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E3F"/>
                </a:solidFill>
              </a:rPr>
              <a:t>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3291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approved question list — that's the point.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E3F"/>
                </a:solidFill>
              </a:rPr>
              <a:t>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840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→ docs/asking-better-analytical-questions.md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389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E3F"/>
                </a:solidFill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43891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Go find a second, harder one.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spreadsheet to dashboard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dataset, Power BI this time — because a finding someone has to take your word for isn't a finding yet.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9875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whatever you built today — your engineered column carries forward.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2026-08-01T16:46:23Z</dcterms:created>
  <dcterms:modified xsi:type="dcterms:W3CDTF">2026-08-01T16:46:23Z</dcterms:modified>
</cp:coreProperties>
</file>