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BRANCH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as a Real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Tool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DSDG Data Analytics — Week 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280160" cy="45720"/>
          </a:xfrm>
          <a:prstGeom prst="rect">
            <a:avLst/>
          </a:prstGeom>
          <a:solidFill>
            <a:srgbClr val="D97E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recent-grads.csv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college majors. Real employment and salary outcomes from an actual national survey — not a tutorial dataset.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20624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2–4,212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77240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Sample_size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means less reliable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10881360" cy="10058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463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of 173 majors have a sample under 30. A major's salary figure and its reliability are two different questions — check the data dictionary before you trust either.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EXCEL MOVES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question, one tool, in order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993392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filter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1993392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unemployment rate — still trust it once you check Sample_size?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3227832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calculated column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3227832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graduates end up outside their field? Build Underemployment_rate.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4462272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4462272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Major_category has the best median salary and employment rate?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column that didn't exist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1C3F6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Underemployment_rate = (Non_college_jobs + Low_wage_jobs) / Employed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an analyst's job is exactly this. Raw columns rarely answer the real question alone.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WORTH ARGUING ABOUT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ShareWomen vs. Median salary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=CORREL(ShareWomen, Median)  ≈  −0.62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881360" cy="2103120"/>
          </a:xfrm>
          <a:prstGeom prst="roundRect">
            <a:avLst>
              <a:gd name="adj" fmla="val 2609"/>
            </a:avLst>
          </a:prstGeom>
          <a:solidFill>
            <a:srgbClr val="F4F1E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8346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three explanations for this pattern that aren't just “discrimination” or “coincidence.”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a conclusion. It's the habit of asking what else could explain a pattern before repeating a correlation as a cause.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EXPLORATION — 25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one relationship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didn't expect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at least one column you built yourself. No approved question list.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10881360" cy="18288"/>
          </a:xfrm>
          <a:prstGeom prst="rect">
            <a:avLst/>
          </a:prstGeom>
          <a:solidFill>
            <a:srgbClr val="5B8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docs/asking-better-analytical-questions.md   ·   Finished early? Find a second, harder one.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spreadsheet to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dataset, Tableau this time.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someone has to take your word for isn't a finding yet. Bring whatever you built today — your column carries forward.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2026-08-05T16:23:49Z</dcterms:created>
  <dcterms:modified xsi:type="dcterms:W3CDTF">2026-08-05T16:23:49Z</dcterms:modified>
</cp:coreProperties>
</file>