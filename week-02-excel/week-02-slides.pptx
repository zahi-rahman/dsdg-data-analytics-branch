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BRANCH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 as a Real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Tool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DSDG Data Analytics, Week 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280160" cy="45720"/>
          </a:xfrm>
          <a:prstGeom prst="rect">
            <a:avLst/>
          </a:prstGeom>
          <a:solidFill>
            <a:srgbClr val="D97E3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unit the National Park Service manages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 units. Not just the famous parks. Monuments, historic sites, battlefields, seashores, and 15 other designation types.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3756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3756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 types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03504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unit, in acres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32520" y="283464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8.3M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32520" y="37033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unit, in acres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solidFill>
            <a:srgbClr val="F4F1E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size before you do anything else. The gap between the smallest and largest unit is not a typo.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EXCEL MOVES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question, one tool,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993392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filter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06240" y="1993392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smallest unit in the system. What is the largest. What explains the gap.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3227832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calculated column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3227832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a unit is actually federal land. Build Pct_Federal from scratch.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E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4462272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06240" y="4462272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Designation. Which type of unit holds the most land on average.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column that did not exist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1C3F6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0312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Pct_Federal = Subtotal_Federal_Acres / Gross_Area_Acres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most of what an analyst does all day. Raw columns rarely answer the real question by themselves.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WORTH ARGUING ABOUT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Alaska versus everywhere else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unit size, Alaska:  1.4 million acres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E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unit size, everywhere else:  1,900 acres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10881360" cy="2194560"/>
          </a:xfrm>
          <a:prstGeom prst="roundRect">
            <a:avLst>
              <a:gd name="adj" fmla="val 2500"/>
            </a:avLst>
          </a:prstGeom>
          <a:solidFill>
            <a:srgbClr val="F4F1E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8328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3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a 900 times gap. Does this mean Alaska's parks matter more, or does it mean a handful of enormous outliers are distorting anything calculated across the whole dataset at once?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43484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with a few extreme values can make an average lie to you. The only way to catch it is to check.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3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EXPLORATION, 25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one relationship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did not expect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at least one column you built yourself. No approved question list.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10881360" cy="18288"/>
          </a:xfrm>
          <a:prstGeom prst="rect">
            <a:avLst/>
          </a:prstGeom>
          <a:solidFill>
            <a:srgbClr val="5B8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docs/asking-better-analytical-questions.md.  Finished early? Find a second, harder one.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spreadsheet to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3F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dataset, Tableau this time.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someone has to take your word for is not a finding yet. Bring whatever you built today. Your calculated columns carry forward.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2026-08-05T19:14:11Z</dcterms:created>
  <dcterms:modified xsi:type="dcterms:W3CDTF">2026-08-05T19:14:11Z</dcterms:modified>
</cp:coreProperties>
</file>