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BRANCH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Mini-Project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Share-Out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DSDG Data Analytics — Week 4 · Cycle 1 Review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280160" cy="45720"/>
          </a:xfrm>
          <a:prstGeom prst="rect">
            <a:avLst/>
          </a:prstGeom>
          <a:solidFill>
            <a:srgbClr val="D97E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new content — this is the payoff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from Weeks 2 and 3, now without a script.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own question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own engineered column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own Excel analysis + Power BI dashboard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requirements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47472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claim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as a sentence, not just a chart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514600" cy="347472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194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27889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engineered column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352044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computed, not a raw column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965960"/>
            <a:ext cx="2514600" cy="347472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194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27889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Power BI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352044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and the dashboard, both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32520" y="1965960"/>
            <a:ext cx="2514600" cy="347472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21945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61120" y="27889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limitation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0" y="352044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sample, confound, missing variable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SHARE-OUT — 30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4-5 minutes per group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1B3A3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1168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“Here's what we found, and here's the one number that convinced us.”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claim in the first 30 seconds. Don't bury it at the end.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questions per group from the room. This is not a competition — 5–6 different approaches to the same dataset is the whole point.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— 20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Whole-branch discussion, in order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148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felt hard this cycle?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thing that clicked?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3977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more practice on before SQL?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Officers: write these down. Real input for pacing the SQL block — not a formality.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one → Month two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F4F1E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enough with tools to ask a real question and defend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1B3A3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TWO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6060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same instinct, a different way into the data. The single most-requested skill in analyst postings.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 work, cycle one.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DSDG DATA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2026-08-01T16:50:49Z</dcterms:created>
  <dcterms:modified xsi:type="dcterms:W3CDTF">2026-08-01T16:50:49Z</dcterms:modified>
</cp:coreProperties>
</file>