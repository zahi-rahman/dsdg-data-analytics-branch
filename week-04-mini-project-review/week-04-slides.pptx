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BRANCH · WEEK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Mini-Project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Share-Out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content today — Weeks 2 and 3, without a script.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280160" cy="45720"/>
          </a:xfrm>
          <a:prstGeom prst="rect">
            <a:avLst/>
          </a:prstGeom>
          <a:solidFill>
            <a:srgbClr val="D97E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requirements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1089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claim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sentence, not just a chart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514600" cy="31089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94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engineered column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4290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computed, not raw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965960"/>
            <a:ext cx="2514600" cy="31089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194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27432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Tableau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34290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together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32520" y="1965960"/>
            <a:ext cx="2514600" cy="31089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2194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61120" y="27432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limitation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0" y="342900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size, confound, gap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 — 30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4–5 minutes per group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C3F6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claim in the first 30 seconds. Don't bury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questions per group from the room.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competition. Five or six different approaches to the same dataset is the point.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— 20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 branch, in order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057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felt hard this cycle?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2971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thing that clicked?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3886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more practice on before SQL?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Officers: write these down. Real input, not a formality.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one → month two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301752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enough with tools to ask a real question and defend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349240" cy="3017520"/>
          </a:xfrm>
          <a:prstGeom prst="rect">
            <a:avLst/>
          </a:prstGeom>
          <a:solidFill>
            <a:srgbClr val="1C3F60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TWO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same instinct, a different way into the data. The most-requested skill in analyst postings.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8346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 work, cycle one.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3931920"/>
            <a:ext cx="1280160" cy="45720"/>
          </a:xfrm>
          <a:prstGeom prst="rect">
            <a:avLst/>
          </a:prstGeom>
          <a:solidFill>
            <a:srgbClr val="D97E3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2026-08-05T16:25:43Z</dcterms:created>
  <dcterms:modified xsi:type="dcterms:W3CDTF">2026-08-05T16:25:43Z</dcterms:modified>
</cp:coreProperties>
</file>