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7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ANALYTICS BRANCH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5156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Spreadsheet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 Dashboard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374904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8E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DSDG Data Analytics — Week 3 · Power BI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1280160" cy="45720"/>
          </a:xfrm>
          <a:prstGeom prst="rect">
            <a:avLst/>
          </a:prstGeom>
          <a:solidFill>
            <a:srgbClr val="D97E3F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WE START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3A3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logistics note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10881360" cy="1463040"/>
          </a:xfrm>
          <a:prstGeom prst="roundRect">
            <a:avLst>
              <a:gd name="adj" fmla="val 3750"/>
            </a:avLst>
          </a:prstGeom>
          <a:solidFill>
            <a:srgbClr val="F4F1EC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2212848"/>
            <a:ext cx="10149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Desktop is Windows-only.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05840" y="2697480"/>
            <a:ext cx="10149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 users: pair with a Windows laptop, or use the browser-based Power BI Service.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7947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breakdown: resources/power-bi-setup-notes.md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WEEK → THIS WEEK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3A3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spreadsheet finding vs. a dashboard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2103120"/>
            <a:ext cx="10058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1B3A3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“That sentence is true, but if you handed someone a spreadsheet and said ‘trust me,’ they'd have to redo your work to believe you.”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3429000"/>
            <a:ext cx="9875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dashboard lets someone check your claim themselves, in about ten seconds. That's the whole point of today.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3A3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panes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3383280" cy="2377440"/>
          </a:xfrm>
          <a:prstGeom prst="roundRect">
            <a:avLst>
              <a:gd name="adj" fmla="val 2308"/>
            </a:avLst>
          </a:prstGeom>
          <a:solidFill>
            <a:srgbClr val="1B3A34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33172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Report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14400" y="2926080"/>
            <a:ext cx="28346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8E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you're building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43400" y="2103120"/>
            <a:ext cx="3383280" cy="2377440"/>
          </a:xfrm>
          <a:prstGeom prst="roundRect">
            <a:avLst>
              <a:gd name="adj" fmla="val 2308"/>
            </a:avLst>
          </a:prstGeom>
          <a:solidFill>
            <a:srgbClr val="F4F1EC"/>
          </a:solidFill>
          <a:ln/>
        </p:spPr>
      </p:sp>
      <p:sp>
        <p:nvSpPr>
          <p:cNvPr id="8" name="Text 6"/>
          <p:cNvSpPr/>
          <p:nvPr/>
        </p:nvSpPr>
        <p:spPr>
          <a:xfrm>
            <a:off x="4617720" y="233172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3A3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617720" y="2926080"/>
            <a:ext cx="28346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table — same columns as last week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046720" y="2103120"/>
            <a:ext cx="3383280" cy="2377440"/>
          </a:xfrm>
          <a:prstGeom prst="roundRect">
            <a:avLst>
              <a:gd name="adj" fmla="val 2308"/>
            </a:avLst>
          </a:prstGeom>
          <a:solidFill>
            <a:srgbClr val="F4F1EC"/>
          </a:solidFill>
          <a:ln/>
        </p:spPr>
      </p:sp>
      <p:sp>
        <p:nvSpPr>
          <p:cNvPr id="11" name="Text 9"/>
          <p:cNvSpPr/>
          <p:nvPr/>
        </p:nvSpPr>
        <p:spPr>
          <a:xfrm>
            <a:off x="8321040" y="233172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3A3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8321040" y="2926080"/>
            <a:ext cx="28346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relationships between tables — only one table today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484632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build, live: a bar chart of average Median salary by Major_category. Then a scatter of ShareWomen vs. Median — click a point and watch it filter everything else.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GUIDED BUILD — 25 MIN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3A3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Rebuild, then add a third visual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365760" cy="365760"/>
          </a:xfrm>
          <a:prstGeom prst="ellipse">
            <a:avLst/>
          </a:prstGeom>
          <a:solidFill>
            <a:srgbClr val="5B8A82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88720" y="2103120"/>
            <a:ext cx="9875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chart: average Median salary by Major_category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2926080"/>
            <a:ext cx="365760" cy="365760"/>
          </a:xfrm>
          <a:prstGeom prst="ellipse">
            <a:avLst/>
          </a:prstGeom>
          <a:solidFill>
            <a:srgbClr val="5B8A82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9260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88720" y="2880360"/>
            <a:ext cx="9875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 plot: ShareWomen (x) vs. Median (y)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" y="3703320"/>
            <a:ext cx="365760" cy="365760"/>
          </a:xfrm>
          <a:prstGeom prst="ellipse">
            <a:avLst/>
          </a:prstGeom>
          <a:solidFill>
            <a:srgbClr val="5B8A82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7033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88720" y="3657600"/>
            <a:ext cx="9875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Slicer on Major_category — filter the whole dashboard at once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80560"/>
            <a:ext cx="365760" cy="365760"/>
          </a:xfrm>
          <a:prstGeom prst="ellipse">
            <a:avLst/>
          </a:prstGeom>
          <a:solidFill>
            <a:srgbClr val="D97E3F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44805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188720" y="4434840"/>
            <a:ext cx="9875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choice: a third visual, ideally reusing your Week 2 engineered column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0080" y="5394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B3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chart only you can interpret isn't a finding yet — it's a draft.”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 FOR A REAL AUDIENCE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3A3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five-second test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10881360" cy="1188720"/>
          </a:xfrm>
          <a:prstGeom prst="roundRect">
            <a:avLst>
              <a:gd name="adj" fmla="val 4615"/>
            </a:avLst>
          </a:prstGeom>
          <a:solidFill>
            <a:srgbClr val="1B3A34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2011680"/>
            <a:ext cx="101498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“If you had never seen this dataset, what would you understand from this screen in the first five seconds?”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40080" y="35204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fixes, worth naming before they come up: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393192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Unlabeled axes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4315968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 color scheme with no clear meaning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4700016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Too many visuals competing for attention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5084064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 title that names the chart type, not the finding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3A3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Week 4 is yours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210312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3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dataset. Your own question, from scratch. Excel + Power BI, no script.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3200400"/>
            <a:ext cx="9875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the last two weeks taught you, now without a script — presented to the rest of the branch.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DSDG DATA ANALYTICS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2026-08-01T16:47:16Z</dcterms:created>
  <dcterms:modified xsi:type="dcterms:W3CDTF">2026-08-01T16:47:16Z</dcterms:modified>
</cp:coreProperties>
</file>