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BRANCH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Spreadsheet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Dashboard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DSDG Data Analytics — Week 3 · Tableau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280160" cy="45720"/>
          </a:xfrm>
          <a:prstGeom prst="rect">
            <a:avLst/>
          </a:prstGeom>
          <a:solidFill>
            <a:srgbClr val="D97E3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3F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Tableau Public — free, Mac or Windows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it before the session, not during: public.tableau.com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10881360" cy="118872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2608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trade-off: Tableau Public saves workbooks to Tableau's public servers, visible to anyone. Fine for today's dataset — worth knowing before you publish something later you'd rather keep private.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ANALYSTS BUILD DASHBOARDS FOR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3F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different jobs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3383280"/>
          </a:xfrm>
          <a:prstGeom prst="rect">
            <a:avLst/>
          </a:prstGeom>
          <a:solidFill>
            <a:srgbClr val="1C3F6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2402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4709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Looked at for seconds, not minutes. High-level, an obvious “is this good or bad.” Consumed passively.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257800" cy="338328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22402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37960" y="2697480"/>
            <a:ext cx="4709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in actively — filtered, drilled into, cross-referenced. Built to hunt down why a number moved.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5623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 trying to be both usually fails at both. Know which one you're building.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VS. BUSY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3F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separates them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039112"/>
            <a:ext cx="109728" cy="109728"/>
          </a:xfrm>
          <a:prstGeom prst="rect">
            <a:avLst/>
          </a:prstGeom>
          <a:solidFill>
            <a:srgbClr val="D97E3F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659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point reads in five seconds, or the format is wrong.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724912"/>
            <a:ext cx="109728" cy="109728"/>
          </a:xfrm>
          <a:prstGeom prst="rect">
            <a:avLst/>
          </a:prstGeom>
          <a:solidFill>
            <a:srgbClr val="D97E3F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6517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5–9 key numbers on screen, not 20.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D97E3F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3375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has something to compare against — a target, a prior period.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096512"/>
            <a:ext cx="109728" cy="109728"/>
          </a:xfrm>
          <a:prstGeom prst="rect">
            <a:avLst/>
          </a:prstGeom>
          <a:solidFill>
            <a:srgbClr val="D97E3F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0233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number: biggest, top-left.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782312"/>
            <a:ext cx="109728" cy="109728"/>
          </a:xfrm>
          <a:prstGeom prst="rect">
            <a:avLst/>
          </a:prstGeom>
          <a:solidFill>
            <a:srgbClr val="D97E3F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7091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3D charts. Simplest chart that makes the point wins.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3F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 at what good already looks like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257800" cy="265176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37744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3F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Tableau Public Gallery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7E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public.tableau.com/app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by topic, sorted by what's currently featured.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2103120"/>
            <a:ext cx="5257800" cy="265176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237744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3F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Makeover Monday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7960" y="28803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7E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makeovermonday.co.uk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37960" y="3383280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weekly project where people rebuild the same chart better. Five takes on one dataset makes “good vs. busy” concrete.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3F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pane, shelves, marks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383280" cy="2377440"/>
          </a:xfrm>
          <a:prstGeom prst="rect">
            <a:avLst/>
          </a:prstGeom>
          <a:solidFill>
            <a:srgbClr val="1C3F6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2402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pane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(blue) on top, Measures (green) below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2011680"/>
            <a:ext cx="3383280" cy="237744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2402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3F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Rows / Columns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17720" y="283464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fields here to build the chart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2011680"/>
            <a:ext cx="3383280" cy="237744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22402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3F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Marks card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21040" y="283464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color, size, label, detail, tooltip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47548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build, live: Major_category → Columns, average Median → Rows. Then a scatter: ShareWomen vs. Median, colored by Major_category.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BUILD — 25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3F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Rebuild, combine, filter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203911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both charts from the demo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281635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them on a new Dashboard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359359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filter on Major_category, apply it to all sheets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437083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choice: a third visual, ideally your Week 2 column as a calculated field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5212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needs a title that states the finding, not the chart type.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FIVE-SECOND TEST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3F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Critique, then look ahead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C3F6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874520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understand from this in five seconds, cold?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fixes: unlabeled axes, no clear color meaning, too many charts, a title naming the chart type instead of the finding.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10881360" cy="18288"/>
          </a:xfrm>
          <a:prstGeom prst="rect">
            <a:avLst/>
          </a:prstGeom>
          <a:solidFill>
            <a:srgbClr val="5B8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4348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3F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4 is yours: same dataset, your own question, Excel and Tableau together, no script.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2026-08-05T16:24:48Z</dcterms:created>
  <dcterms:modified xsi:type="dcterms:W3CDTF">2026-08-05T16:24:48Z</dcterms:modified>
</cp:coreProperties>
</file>